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2"/>
    <p:sldId id="257" r:id="rId1"/>
  </p:sldIdLst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Agenda</a:t>
            </a:r>
          </a:p>
          <a:p>
            <a:r>
              <a:t>Budget review for Solo Sam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Henley offsite</a:t>
            </a:r>
          </a:p>
          <a:p>
            <a:r>
              <a:t>Sam Solo &amp; Bo Wren</a:t>
            </a:r>
          </a:p>
        </p:txBody>
      </p:sp>
    </p:spTree>
  </p:cSld>
</p:sld>
</file>